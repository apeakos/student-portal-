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80"/>
  </p:normalViewPr>
  <p:slideViewPr>
    <p:cSldViewPr snapToGrid="0">
      <p:cViewPr varScale="1">
        <p:scale>
          <a:sx n="144" d="100"/>
          <a:sy n="144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4573BF-53E1-4A59-0249-834FAB27A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336CB97-57E6-99AB-91B4-61A800E23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CB06BBE-989E-26F3-FD1B-63C3C24D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B6F1F3-0AA0-A76C-6EB7-7EC3D896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5BB9B0-7B7A-31D3-DF7C-1D09E092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84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A75339-4F2B-985C-21E8-1F7B88D6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3B6F32-1C75-905A-4EC4-9742191E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FEA82D-9CC9-AB74-DBF4-3DA24957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A32C0D-FAF6-7B25-C5ED-2EE427CC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61F220-CA58-A8A7-310D-D18DDC70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110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C278D2-40AE-2F50-A236-3D24F6D0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99C163C-E9AF-AC19-1463-4994FE186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6A7845-D13E-C9AD-5EC1-09E662EB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0FF384-60A1-E1F3-F51E-D140600D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8E6375-FE3B-D596-E10A-2572D87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954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D5AA04-DD36-FC84-8424-B1BFFC9A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9A78D0-00BF-07B4-6625-0758821C6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7074E1E-4562-927B-CBB8-3D71E6C37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4E6900-F567-4490-636D-B892BDA1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04DBAF-3154-9EBC-F268-E4330350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595FE8D-D45D-ACE1-FDF5-B38F431C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414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0CA882-974D-B035-8A28-1AF1992B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5BE5651-A7D5-8DF4-26B7-4D9444D7D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DF5C1E4-002C-A6A5-67B4-6A674F535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293F8D5-40D5-BF08-B585-CA6C7DB1B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53E5DFA-1BD9-14A2-DAC3-1C3406E6E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A5D22C7-C2EC-D103-1AB8-B0A8D9E8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B5F3049-FE7E-2C3F-63EA-5BEABECA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FC26896-99B7-E147-6B9F-BF50077B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135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DD7CFE-9406-C211-E414-2110035F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62ACA14-8499-6934-57BF-6AA3D942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F7C5CCF-8E4F-9E49-40F2-ACB1CB31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63CDDF7-ADBD-9D71-607A-A97B674A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969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F7BCDBF-3E7C-5DFC-B9DB-47BC2AD9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5FA8264-236C-78A1-961F-0C949AF2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334FFFE-2CFA-6223-CABE-41DF9C57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973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2B5B79-3DFF-2FCC-BE02-65548C92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B00654-A303-5B46-0802-D2D82A1C9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090F645-B457-7094-7787-D47EC0A77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5F73FA7-190C-8B2E-F527-6061E0F7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24E0464-2DC6-B285-0FDC-6974E7A5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661506C-DE81-3B48-C59B-66D580B9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696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145B7A-37BB-AABF-A647-48023155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17C993C-CF02-A796-2D6F-200AAB84C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1ADCAAA-DA59-E03B-28A2-AB2915C21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2420E9C-B0AE-7AAB-2555-2E317BA8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EF3B4DE-C1A9-D7BB-95E0-45E61E3D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AB9ADA1-009F-CB6B-C0E2-07DDBC0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611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8D7965-A6C5-47FB-550B-B10DF602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F71F29C-4FF6-8F66-0138-C10EFD0AA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51FBA3D-3CF2-6362-76D6-2CC7D548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C3F4A7-3869-989E-7615-4BD3EFE8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4D80BCB-C2E0-36DF-38C2-B9A91372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003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41A76AF-00FB-2B6C-066F-8DB795C5A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0860B47-5F51-1D5F-3FBE-18B70B371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34062F9-402E-2313-F173-832C1133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1A295EE-E4F5-3860-C237-5EC2B452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FA3675F-5318-7F5E-183F-0FD693BF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44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695B29A-845A-FE6F-46F3-4915898A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9D5C87D-DBCD-9362-C49D-A48EAC04F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2C7F451-510F-B257-382F-046E18623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E33E6-F324-6D4A-8356-01A39BC947FB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C326618-4CB5-DB68-3908-0AE392A07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66BA6-8A3B-099C-212B-6973C6B96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CDBEF-051C-EB4F-A61A-7F53240A16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101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290334-79E9-F183-9964-000044B01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Student </a:t>
            </a:r>
            <a:r>
              <a:rPr lang="cs-CZ" dirty="0" err="1"/>
              <a:t>Portal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35538E6-F39C-3D89-3EFC-552CBD289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4486" y="5974492"/>
            <a:ext cx="3377514" cy="883508"/>
          </a:xfrm>
        </p:spPr>
        <p:txBody>
          <a:bodyPr>
            <a:normAutofit/>
          </a:bodyPr>
          <a:lstStyle/>
          <a:p>
            <a:r>
              <a:rPr lang="cs-CZ" dirty="0" err="1"/>
              <a:t>Křibík</a:t>
            </a:r>
            <a:r>
              <a:rPr lang="cs-CZ" dirty="0"/>
              <a:t> Václav, Pezda Jan</a:t>
            </a:r>
          </a:p>
        </p:txBody>
      </p:sp>
    </p:spTree>
    <p:extLst>
      <p:ext uri="{BB962C8B-B14F-4D97-AF65-F5344CB8AC3E}">
        <p14:creationId xmlns:p14="http://schemas.microsoft.com/office/powerpoint/2010/main" val="259376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2EE975-4964-3D81-C8D0-6C61CF12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Účel systému a technologie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ABEEE0D8-5B4D-B01B-6CA2-3601B1084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Frontend</a:t>
            </a:r>
            <a:r>
              <a:rPr lang="cs-CZ" dirty="0"/>
              <a:t>: </a:t>
            </a:r>
            <a:r>
              <a:rPr lang="cs-CZ" dirty="0" err="1"/>
              <a:t>vyvynut</a:t>
            </a:r>
            <a:r>
              <a:rPr lang="cs-CZ" dirty="0"/>
              <a:t> v knihovně </a:t>
            </a:r>
            <a:r>
              <a:rPr lang="cs-CZ" dirty="0" err="1"/>
              <a:t>React</a:t>
            </a:r>
            <a:r>
              <a:rPr lang="cs-CZ" dirty="0"/>
              <a:t>, zajištuje uživatelské rozhraní a komunikaci s API</a:t>
            </a:r>
          </a:p>
          <a:p>
            <a:r>
              <a:rPr lang="cs-CZ" dirty="0" err="1"/>
              <a:t>Backend</a:t>
            </a:r>
            <a:r>
              <a:rPr lang="cs-CZ" dirty="0"/>
              <a:t>: Java </a:t>
            </a:r>
            <a:r>
              <a:rPr lang="cs-CZ" dirty="0" err="1"/>
              <a:t>Spring</a:t>
            </a:r>
            <a:r>
              <a:rPr lang="cs-CZ" dirty="0"/>
              <a:t> </a:t>
            </a:r>
            <a:r>
              <a:rPr lang="cs-CZ" dirty="0" err="1"/>
              <a:t>Boot</a:t>
            </a:r>
            <a:r>
              <a:rPr lang="cs-CZ" dirty="0"/>
              <a:t> aplikace, která spravuje obchodní logiku a bezpečnost</a:t>
            </a:r>
          </a:p>
          <a:p>
            <a:r>
              <a:rPr lang="cs-CZ" dirty="0"/>
              <a:t>Databáze: Slouží k ukládání dat</a:t>
            </a:r>
          </a:p>
          <a:p>
            <a:r>
              <a:rPr lang="cs-CZ" dirty="0"/>
              <a:t>Infrastruktura: Celé řešení je kontejnerizováno pomocí </a:t>
            </a:r>
            <a:r>
              <a:rPr lang="cs-CZ" dirty="0" err="1"/>
              <a:t>Dockeru</a:t>
            </a:r>
            <a:r>
              <a:rPr lang="cs-CZ" dirty="0"/>
              <a:t>, což zajištuje </a:t>
            </a:r>
            <a:r>
              <a:rPr lang="cs-CZ" dirty="0" err="1"/>
              <a:t>ideentické</a:t>
            </a:r>
            <a:r>
              <a:rPr lang="cs-CZ" dirty="0"/>
              <a:t> prostředí pro vývoj i produkci </a:t>
            </a:r>
          </a:p>
        </p:txBody>
      </p:sp>
    </p:spTree>
    <p:extLst>
      <p:ext uri="{BB962C8B-B14F-4D97-AF65-F5344CB8AC3E}">
        <p14:creationId xmlns:p14="http://schemas.microsoft.com/office/powerpoint/2010/main" val="395812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0054DA-C27E-91CF-1FB4-09325401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Use Case diagram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D44B97-6D6D-F24D-45A3-2CBBE373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Vztah &lt;&gt;: je použit u všech chráněných funkcí a vyžaduje autentizaci pro každý přístup</a:t>
            </a:r>
          </a:p>
          <a:p>
            <a:r>
              <a:rPr lang="cs-CZ" dirty="0"/>
              <a:t>Role Admina: Má rozšířené pravomoci pro správu entit, které jsou. </a:t>
            </a:r>
            <a:r>
              <a:rPr lang="cs-CZ" dirty="0" err="1"/>
              <a:t>kóddu</a:t>
            </a:r>
            <a:endParaRPr lang="cs-CZ" dirty="0"/>
          </a:p>
        </p:txBody>
      </p:sp>
      <p:pic>
        <p:nvPicPr>
          <p:cNvPr id="5" name="Obrázek 4" descr="Obsah obrázku diagram, text, řada/pruh, kruh&#10;&#10;Obsah generovaný pomocí AI může být nesprávný.">
            <a:extLst>
              <a:ext uri="{FF2B5EF4-FFF2-40B4-BE49-F238E27FC236}">
                <a16:creationId xmlns:a16="http://schemas.microsoft.com/office/drawing/2014/main" id="{98E22933-B861-3C3F-809C-5EC398AA8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96" y="3124200"/>
            <a:ext cx="69723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93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6DB0F3-5247-8C3F-E4AE-EDBD35C6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Logika přihlášení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FD09A7-821C-3EA5-E137-3C9C7BD46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1. Uživatel </a:t>
            </a:r>
            <a:r>
              <a:rPr lang="cs-CZ" dirty="0" err="1"/>
              <a:t>odedšlš</a:t>
            </a:r>
            <a:r>
              <a:rPr lang="cs-CZ" dirty="0"/>
              <a:t> heslo v prostém textu</a:t>
            </a:r>
          </a:p>
          <a:p>
            <a:r>
              <a:rPr lang="cs-CZ" dirty="0"/>
              <a:t>2. </a:t>
            </a:r>
            <a:r>
              <a:rPr lang="cs-CZ" dirty="0" err="1"/>
              <a:t>Backend</a:t>
            </a:r>
            <a:r>
              <a:rPr lang="cs-CZ" dirty="0"/>
              <a:t> načte </a:t>
            </a:r>
            <a:r>
              <a:rPr lang="cs-CZ" dirty="0" err="1"/>
              <a:t>hash</a:t>
            </a:r>
            <a:r>
              <a:rPr lang="cs-CZ" dirty="0"/>
              <a:t> hesla z databáze</a:t>
            </a:r>
          </a:p>
          <a:p>
            <a:r>
              <a:rPr lang="cs-CZ" dirty="0"/>
              <a:t>3. Pomocí </a:t>
            </a:r>
            <a:r>
              <a:rPr lang="cs-CZ" dirty="0" err="1"/>
              <a:t>BCryptPasswordEncoder</a:t>
            </a:r>
            <a:r>
              <a:rPr lang="cs-CZ" dirty="0"/>
              <a:t> proběhne bezpečnostní porovnání</a:t>
            </a:r>
          </a:p>
          <a:p>
            <a:r>
              <a:rPr lang="cs-CZ" dirty="0"/>
              <a:t>4. Při úspěchu je vygenerován token, který slouží pro další autorizované požadavky </a:t>
            </a:r>
          </a:p>
        </p:txBody>
      </p:sp>
    </p:spTree>
    <p:extLst>
      <p:ext uri="{BB962C8B-B14F-4D97-AF65-F5344CB8AC3E}">
        <p14:creationId xmlns:p14="http://schemas.microsoft.com/office/powerpoint/2010/main" val="204015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3A7AAD-EBD3-F691-914D-BDF53AE8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Class</a:t>
            </a:r>
            <a:r>
              <a:rPr lang="cs-CZ" dirty="0"/>
              <a:t> Diagram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2BBD37-5549-5F1D-19DE-D22E10EA7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Entita Student: Obsahuje základ </a:t>
            </a:r>
            <a:r>
              <a:rPr lang="cs-CZ" dirty="0" err="1"/>
              <a:t>í</a:t>
            </a:r>
            <a:r>
              <a:rPr lang="cs-CZ" dirty="0"/>
              <a:t> osobní údaje a unikátní identifikátor</a:t>
            </a:r>
          </a:p>
          <a:p>
            <a:r>
              <a:rPr lang="cs-CZ" dirty="0"/>
              <a:t>Vazba 1:N: Jeden student může být zapsán na více předmětů</a:t>
            </a:r>
          </a:p>
        </p:txBody>
      </p:sp>
    </p:spTree>
    <p:extLst>
      <p:ext uri="{BB962C8B-B14F-4D97-AF65-F5344CB8AC3E}">
        <p14:creationId xmlns:p14="http://schemas.microsoft.com/office/powerpoint/2010/main" val="346249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8D1BBF-AD06-F2CA-B97B-E5D714EF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Deployment</a:t>
            </a:r>
            <a:r>
              <a:rPr lang="cs-CZ" dirty="0"/>
              <a:t> Diagram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55FF0C-A9BC-58A8-E3AE-4213EB19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Izolace: Každá část aplikace běží ve vlastním kontejneru, což brání konfliktům</a:t>
            </a:r>
          </a:p>
          <a:p>
            <a:r>
              <a:rPr lang="cs-CZ" dirty="0" err="1"/>
              <a:t>Sí‘tování</a:t>
            </a:r>
            <a:r>
              <a:rPr lang="cs-CZ" dirty="0"/>
              <a:t>: Komunikace mezi kontejnery probíhá po vnitřní </a:t>
            </a:r>
            <a:r>
              <a:rPr lang="cs-CZ" dirty="0" err="1"/>
              <a:t>Docker</a:t>
            </a:r>
            <a:r>
              <a:rPr lang="cs-CZ" dirty="0"/>
              <a:t> síti, zatímco uživatel přistupuje pouze k portu 3000</a:t>
            </a:r>
          </a:p>
        </p:txBody>
      </p:sp>
    </p:spTree>
    <p:extLst>
      <p:ext uri="{BB962C8B-B14F-4D97-AF65-F5344CB8AC3E}">
        <p14:creationId xmlns:p14="http://schemas.microsoft.com/office/powerpoint/2010/main" val="7890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F99934-9F6B-2499-A1A5-E4E2E1F6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452452-D71A-6B3C-BC4F-77A45751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Navržený systém je škálovatelný a díky </a:t>
            </a:r>
            <a:r>
              <a:rPr lang="cs-CZ" dirty="0" err="1"/>
              <a:t>Dockeru</a:t>
            </a:r>
            <a:r>
              <a:rPr lang="cs-CZ" dirty="0"/>
              <a:t> </a:t>
            </a:r>
            <a:r>
              <a:rPr lang="cs-CZ" dirty="0" err="1"/>
              <a:t>snaddno</a:t>
            </a:r>
            <a:r>
              <a:rPr lang="cs-CZ" dirty="0"/>
              <a:t> přenositelný mezi různými servery</a:t>
            </a:r>
          </a:p>
          <a:p>
            <a:r>
              <a:rPr lang="cs-CZ" dirty="0"/>
              <a:t>Implementace splňuje standardy pro bezpečné webové aplikace a </a:t>
            </a:r>
            <a:r>
              <a:rPr lang="cs-CZ" dirty="0" err="1"/>
              <a:t>pokystuje</a:t>
            </a:r>
            <a:r>
              <a:rPr lang="cs-CZ" dirty="0"/>
              <a:t> pevný základ pro budoucí rozšiřování o další moduly </a:t>
            </a:r>
            <a:r>
              <a:rPr lang="cs-CZ"/>
              <a:t>například známkování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8392755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224</Words>
  <Application>Microsoft Macintosh PowerPoint</Application>
  <PresentationFormat>Širokoúhlá obrazovka</PresentationFormat>
  <Paragraphs>24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Motiv Office</vt:lpstr>
      <vt:lpstr>Student Portal</vt:lpstr>
      <vt:lpstr>Účel systému a technologie</vt:lpstr>
      <vt:lpstr>Use Case diagram</vt:lpstr>
      <vt:lpstr>Logika přihlášení</vt:lpstr>
      <vt:lpstr>Class Diagram</vt:lpstr>
      <vt:lpstr>Deployment Diagram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Pezda Jan</dc:creator>
  <cp:lastModifiedBy>Pezda Jan</cp:lastModifiedBy>
  <cp:revision>1</cp:revision>
  <dcterms:created xsi:type="dcterms:W3CDTF">2026-05-04T05:58:49Z</dcterms:created>
  <dcterms:modified xsi:type="dcterms:W3CDTF">2026-05-04T06:20:49Z</dcterms:modified>
</cp:coreProperties>
</file>